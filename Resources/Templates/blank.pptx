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3651-EB9D-091A-5275-0BDB402D0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8E1F42-0590-A174-3975-B0DF1DD3E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64608-5AFA-69E6-C49E-A5FCC963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0EB8F-BE82-371A-70DE-E9466017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38BEF-AFC8-B344-B041-716F2986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19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09DB5-C03E-8FE0-97A0-19F9DA87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56608-77BF-E2AF-6749-6107EB978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1268C-601A-E1A3-9235-99256489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CCC95-7AB4-DAD9-908E-5BCB3A5E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3F3EC-9CC4-E682-6553-6A617284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48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E19C4-D414-8970-28B8-0E2ED83E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5566F-7313-EA99-F760-C44737528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398F0-731C-FEB7-CC8F-978A6875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1D4793-3F5D-B41A-FBED-BB01A057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D6F56-FA0F-8536-EBCA-C8059C33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35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63E33-6552-FD3F-E837-FDE08F35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820C2-B6DB-2279-2B9C-6FE503B2C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13F8CA-0214-496C-FE62-2F5E88F9B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8CBB66-1931-4EBF-1046-7F4C9DE0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3475CB-6719-7A57-AF9E-52EEA4AE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AABF62-E746-6A5F-77E2-DB42C781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44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781CD-296C-FBDC-C864-47F4A7EC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AA34E9-F757-EE77-3186-D2A5E7F1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67D369-0186-87A7-FB94-EE95ABE48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A4BD68-0954-5F84-8A08-E1D4740A1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97703F-5241-E1A7-FBAE-64A9F0984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1DE6E5-D34D-FFBE-2433-C0B6C9FF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63FF4B-8517-BDDD-8C37-E23C5A56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A49917-017E-02C2-B9E1-0354FF17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48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C9766-54C4-455D-B2E5-649A498E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A2FF6F-252F-1D04-14C0-F1A4334C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A73929-AEB5-5B93-907E-2032BCDD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0401EB-1CC8-8795-7C5B-0FAB3426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835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80EC55-7647-7C4C-CB65-C9B67E53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AD0955-B33C-C2B0-C172-38793AEB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5FD2DE-0822-54E3-C6F6-5A5321816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816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16A08-CCF8-02A1-131E-E02595CF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A52D9-3E9F-D519-2F70-02382A88A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549A43-7F53-B302-8DCF-303CBD355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9C3FC9-4796-3EB4-81DB-32CBA95F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181D50-4151-7C97-751A-8473F51D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5D3B6D-21BF-F57B-0FBD-A883E212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35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44E24-A8C6-7CCC-0C1B-D59C927D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0F14BA-0163-C004-D169-40E6483D9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A6FE67-ABC6-E4F9-05A9-E5950FC83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2CF198-0D6C-E5AB-CDE4-E57839D3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70BE03-13EB-5126-53A5-7123AA70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D2A8A2-E181-293F-663B-4F6731DD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4660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F12CA-9CBB-B12F-D227-EAB2851EF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FB6283-3DD5-6059-0BCF-667773854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EB417-3885-3038-8BA0-3D042D50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16C25-2616-1DE3-7ECF-B28BE6D3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802464-553E-B4EB-E3F6-699C3CF4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36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1453A9-D9C1-148E-FF18-83C680187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25B546-BC18-1830-1E82-E89C3386A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4A39F-A1FA-1FAB-FB59-5C916244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8B04A-19CE-AFC0-AA41-C3891CA6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5CDE75-99DB-CC46-E0FC-E2B57B1F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933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3B670D-F6EE-7090-BFF3-F0055EBF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85149A-C4F9-B560-FDF4-7E1F1E0AF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53415-7C3A-C89F-84A4-36CA983BA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F27A9-1708-6A43-8BEC-D927B8F77CB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BB5D2B-9D81-4C70-1DE3-7449787CB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8E4C9-A4F4-3F01-4951-FFF9095A5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AD877-2600-C744-9DD0-28EB58DE55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9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1E81F-A542-0FA2-21C2-E0119FFB4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F628C1-F326-9DDE-1BAC-7C8BBB958C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720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延春 曲</dc:creator>
  <cp:lastModifiedBy>延春 曲</cp:lastModifiedBy>
  <cp:revision>1</cp:revision>
  <dcterms:created xsi:type="dcterms:W3CDTF">2026-10-26T12:45:48Z</dcterms:created>
  <dcterms:modified xsi:type="dcterms:W3CDTF">2026-10-26T12:46:38Z</dcterms:modified>
</cp:coreProperties>
</file>